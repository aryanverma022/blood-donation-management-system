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solidFill>
              <a:srgbClr val="F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0B2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548640" rIns="548640" rtlCol="0" anchor="ctr"/>
          <a:lstStyle/>
          <a:p>
            <a:pPr algn="ctr">
              <a:defRPr sz="4400" b="1">
                <a:solidFill>
                  <a:srgbClr val="DC3545"/>
                </a:solidFill>
                <a:latin typeface="Times New Roman"/>
              </a:defRPr>
            </a:pPr>
            <a:r>
              <a:rPr dirty="0"/>
              <a:t>🩸 </a:t>
            </a:r>
            <a:r>
              <a:rPr dirty="0" err="1"/>
              <a:t>JeevanRakt</a:t>
            </a:r>
            <a:endParaRPr dirty="0"/>
          </a:p>
          <a:p>
            <a:pPr algn="ctr">
              <a:spcBef>
                <a:spcPts val="1000"/>
              </a:spcBef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rPr dirty="0"/>
              <a:t>Blood Donor Management System</a:t>
            </a:r>
          </a:p>
          <a:p>
            <a:pPr algn="ctr">
              <a:spcBef>
                <a:spcPts val="1500"/>
              </a:spcBef>
              <a:defRPr sz="1600" i="1">
                <a:solidFill>
                  <a:srgbClr val="D0E1F9"/>
                </a:solidFill>
                <a:latin typeface="Times New Roman"/>
              </a:defRPr>
            </a:pPr>
            <a:r>
              <a:rPr dirty="0"/>
              <a:t>A College-Level BCA Academic Project Presentation</a:t>
            </a:r>
          </a:p>
          <a:p>
            <a:pPr algn="ctr">
              <a:spcBef>
                <a:spcPts val="1000"/>
              </a:spcBef>
              <a:defRPr>
                <a:solidFill>
                  <a:srgbClr val="DC3545"/>
                </a:solidFill>
              </a:defRPr>
            </a:pPr>
            <a:r>
              <a:rPr dirty="0"/>
              <a:t>________________________________________________________</a:t>
            </a:r>
          </a:p>
          <a:p>
            <a:pPr algn="ctr">
              <a:spcBef>
                <a:spcPts val="2000"/>
              </a:spcBef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rPr lang="en-US"/>
              <a:t>Presented By - </a:t>
            </a:r>
            <a:br>
              <a:rPr lang="en-US"/>
            </a:br>
            <a:r>
              <a:t> </a:t>
            </a:r>
            <a:r>
              <a:rPr dirty="0"/>
              <a:t>Aryan Verma</a:t>
            </a:r>
          </a:p>
          <a:p>
            <a:pPr algn="ctr">
              <a:spcBef>
                <a:spcPts val="800"/>
              </a:spcBef>
              <a:defRPr sz="1500">
                <a:solidFill>
                  <a:srgbClr val="FFC107"/>
                </a:solidFill>
                <a:latin typeface="Times New Roman"/>
              </a:defRPr>
            </a:pPr>
            <a:r>
              <a:rPr dirty="0"/>
              <a:t>Student ID: 241306064  |  </a:t>
            </a:r>
            <a:r>
              <a:rPr lang="en-US" dirty="0"/>
              <a:t>BCA [ AIML] 5A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3545"/>
                </a:solidFill>
                <a:latin typeface="Times New Roman"/>
              </a:defRPr>
            </a:pPr>
            <a:r>
              <a:t>JEEVANRAKT PRESENTATION</a:t>
            </a:r>
          </a:p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Table of 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566928"/>
          </a:xfrm>
          <a:prstGeom prst="roundRect">
            <a:avLst/>
          </a:prstGeom>
          <a:solidFill>
            <a:srgbClr val="F0F7FF"/>
          </a:solidFill>
          <a:ln>
            <a:solidFill>
              <a:srgbClr val="D0E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pPr algn="ctr">
              <a:defRPr sz="1500" b="1">
                <a:solidFill>
                  <a:srgbClr val="0B2545"/>
                </a:solidFill>
                <a:latin typeface="Times New Roman"/>
              </a:defRPr>
            </a:pPr>
            <a:r>
              <a:t>01. Introduction &amp; Need</a:t>
            </a:r>
          </a:p>
          <a:p>
            <a:pPr>
              <a:defRPr sz="1200">
                <a:solidFill>
                  <a:srgbClr val="212529"/>
                </a:solidFill>
                <a:latin typeface="Times New Roman"/>
              </a:defRPr>
            </a:pPr>
            <a:r>
              <a:t>Background, objective, and purpose of JeevanRakt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29968"/>
            <a:ext cx="10728655" cy="566928"/>
          </a:xfrm>
          <a:prstGeom prst="roundRect">
            <a:avLst/>
          </a:prstGeom>
          <a:solidFill>
            <a:srgbClr val="F0F7FF"/>
          </a:solidFill>
          <a:ln>
            <a:solidFill>
              <a:srgbClr val="D0E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pPr algn="ctr">
              <a:defRPr sz="1500" b="1">
                <a:solidFill>
                  <a:srgbClr val="0B2545"/>
                </a:solidFill>
                <a:latin typeface="Times New Roman"/>
              </a:defRPr>
            </a:pPr>
            <a:r>
              <a:t>02. Real-World Applications</a:t>
            </a:r>
          </a:p>
          <a:p>
            <a:pPr>
              <a:defRPr sz="1200">
                <a:solidFill>
                  <a:srgbClr val="212529"/>
                </a:solidFill>
                <a:latin typeface="Times New Roman"/>
              </a:defRPr>
            </a:pPr>
            <a:r>
              <a:t>Healthcare use cases, patient emergency support &amp; donor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88336"/>
            <a:ext cx="10728655" cy="566928"/>
          </a:xfrm>
          <a:prstGeom prst="roundRect">
            <a:avLst/>
          </a:prstGeom>
          <a:solidFill>
            <a:srgbClr val="F0F7FF"/>
          </a:solidFill>
          <a:ln>
            <a:solidFill>
              <a:srgbClr val="D0E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pPr algn="ctr">
              <a:defRPr sz="1500" b="1">
                <a:solidFill>
                  <a:srgbClr val="0B2545"/>
                </a:solidFill>
                <a:latin typeface="Times New Roman"/>
              </a:defRPr>
            </a:pPr>
            <a:r>
              <a:t>03. Technology Stack Used</a:t>
            </a:r>
          </a:p>
          <a:p>
            <a:pPr>
              <a:defRPr sz="1200">
                <a:solidFill>
                  <a:srgbClr val="212529"/>
                </a:solidFill>
                <a:latin typeface="Times New Roman"/>
              </a:defRPr>
            </a:pPr>
            <a:r>
              <a:t>PHP (PDO), MySQL Database, HTML5, CSS3, Bootstrap 5 &amp; XAMPP.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46704"/>
            <a:ext cx="10728655" cy="566928"/>
          </a:xfrm>
          <a:prstGeom prst="roundRect">
            <a:avLst/>
          </a:prstGeom>
          <a:solidFill>
            <a:srgbClr val="F0F7FF"/>
          </a:solidFill>
          <a:ln>
            <a:solidFill>
              <a:srgbClr val="D0E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pPr algn="ctr">
              <a:defRPr sz="1500" b="1">
                <a:solidFill>
                  <a:srgbClr val="0B2545"/>
                </a:solidFill>
                <a:latin typeface="Times New Roman"/>
              </a:defRPr>
            </a:pPr>
            <a:r>
              <a:t>04. Key System Features</a:t>
            </a:r>
          </a:p>
          <a:p>
            <a:pPr>
              <a:defRPr sz="1200">
                <a:solidFill>
                  <a:srgbClr val="212529"/>
                </a:solidFill>
                <a:latin typeface="Times New Roman"/>
              </a:defRPr>
            </a:pPr>
            <a:r>
              <a:t>Donor registration, availability search, blood requests &amp;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05072"/>
            <a:ext cx="10728655" cy="566928"/>
          </a:xfrm>
          <a:prstGeom prst="roundRect">
            <a:avLst/>
          </a:prstGeom>
          <a:solidFill>
            <a:srgbClr val="F0F7FF"/>
          </a:solidFill>
          <a:ln>
            <a:solidFill>
              <a:srgbClr val="D0E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pPr algn="ctr">
              <a:defRPr sz="1500" b="1">
                <a:solidFill>
                  <a:srgbClr val="0B2545"/>
                </a:solidFill>
                <a:latin typeface="Times New Roman"/>
              </a:defRPr>
            </a:pPr>
            <a:r>
              <a:t>05. Pre-Donation Screening</a:t>
            </a:r>
          </a:p>
          <a:p>
            <a:pPr>
              <a:defRPr sz="1200">
                <a:solidFill>
                  <a:srgbClr val="212529"/>
                </a:solidFill>
                <a:latin typeface="Times New Roman"/>
              </a:defRPr>
            </a:pPr>
            <a:r>
              <a:t>Automated health questionnaire logic delivering 🟢 🟡 🔴 preliminary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39"/>
            <a:ext cx="10728655" cy="566928"/>
          </a:xfrm>
          <a:prstGeom prst="roundRect">
            <a:avLst/>
          </a:prstGeom>
          <a:solidFill>
            <a:srgbClr val="F0F7FF"/>
          </a:solidFill>
          <a:ln>
            <a:solidFill>
              <a:srgbClr val="D0E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pPr algn="ctr">
              <a:defRPr sz="1500" b="1">
                <a:solidFill>
                  <a:srgbClr val="0B2545"/>
                </a:solidFill>
                <a:latin typeface="Times New Roman"/>
              </a:defRPr>
            </a:pPr>
            <a:r>
              <a:t>06. Admin Controls &amp; Inventory</a:t>
            </a:r>
          </a:p>
          <a:p>
            <a:pPr>
              <a:defRPr sz="1200">
                <a:solidFill>
                  <a:srgbClr val="212529"/>
                </a:solidFill>
                <a:latin typeface="Times New Roman"/>
              </a:defRPr>
            </a:pPr>
            <a:r>
              <a:t>Real-time stock auto-sync, request fulfillment &amp; dashboard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21808"/>
            <a:ext cx="10728655" cy="566928"/>
          </a:xfrm>
          <a:prstGeom prst="roundRect">
            <a:avLst/>
          </a:prstGeom>
          <a:solidFill>
            <a:srgbClr val="F0F7FF"/>
          </a:solidFill>
          <a:ln>
            <a:solidFill>
              <a:srgbClr val="D0E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pPr algn="ctr">
              <a:defRPr sz="1500" b="1">
                <a:solidFill>
                  <a:srgbClr val="0B2545"/>
                </a:solidFill>
                <a:latin typeface="Times New Roman"/>
              </a:defRPr>
            </a:pPr>
            <a:r>
              <a:t>07. Conclusion &amp; Roadmap</a:t>
            </a:r>
          </a:p>
          <a:p>
            <a:pPr>
              <a:defRPr sz="1200">
                <a:solidFill>
                  <a:srgbClr val="212529"/>
                </a:solidFill>
                <a:latin typeface="Times New Roman"/>
              </a:defRPr>
            </a:pPr>
            <a:r>
              <a:t>Summary of achievements, educational scope, and future enhancements.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3545"/>
                </a:solidFill>
                <a:latin typeface="Times New Roman"/>
              </a:defRPr>
            </a:pPr>
            <a:r>
              <a:t>JEEVANRAKT PRESENTATION</a:t>
            </a:r>
          </a:p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Introduction &amp; Project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  <a:latin typeface="Times New Roman"/>
              </a:defRPr>
            </a:pPr>
            <a:r>
              <a:t>JeevanRakt – Blood Donor Management System  |  Developed by Aryan Verma (241306064)  |  Slide 3 of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0F7FF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just">
              <a:defRPr sz="1800" b="1">
                <a:solidFill>
                  <a:srgbClr val="DC3545"/>
                </a:solidFill>
                <a:latin typeface="Times New Roman"/>
              </a:defRPr>
            </a:pPr>
            <a:r>
              <a:rPr sz="1600" dirty="0"/>
              <a:t>📌 Background &amp; Problem Statement</a:t>
            </a:r>
          </a:p>
          <a:p>
            <a:pPr algn="just"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In critical medical emergencies, finding compatible blood donors quickly is a major challenge.</a:t>
            </a:r>
          </a:p>
          <a:p>
            <a:pPr algn="just"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Traditional paper-based record-keeping leads to data delays, loss of donor history, and inaccurate stock counts.</a:t>
            </a:r>
          </a:p>
          <a:p>
            <a:pPr algn="just"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Lack of donor health screening before donation leads to wasted time and safety risks at blood banks.</a:t>
            </a:r>
          </a:p>
          <a:p>
            <a:pPr algn="just"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Need for a simple, college-level, reliable web platform for small health centers and donor communities.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0F7FF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just">
              <a:defRPr sz="1800" b="1">
                <a:solidFill>
                  <a:srgbClr val="0B2545"/>
                </a:solidFill>
                <a:latin typeface="Times New Roman"/>
              </a:defRPr>
            </a:pPr>
            <a:r>
              <a:rPr sz="1600" dirty="0"/>
              <a:t>🎯 </a:t>
            </a:r>
            <a:r>
              <a:rPr sz="1600" dirty="0" err="1"/>
              <a:t>JeevanRakt</a:t>
            </a:r>
            <a:r>
              <a:rPr sz="1600" dirty="0"/>
              <a:t> Core Objectives</a:t>
            </a:r>
          </a:p>
          <a:p>
            <a:pPr algn="just"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Digitalize blood donor registration with contact details, blood groups, and city location filtering.</a:t>
            </a:r>
          </a:p>
          <a:p>
            <a:pPr algn="just"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Provide an automated Pre-Donation Health Questionnaire for preliminary safety evaluation.</a:t>
            </a:r>
          </a:p>
          <a:p>
            <a:pPr algn="just"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Maintain real-time inventory tracking for all 8 blood groups (A+, A-, B+, B-, AB+, AB-, O+, O-).</a:t>
            </a:r>
          </a:p>
          <a:p>
            <a:pPr algn="just"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Enable seamless patient blood request submission and automated administrative stock auto-sync.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3545"/>
                </a:solidFill>
                <a:latin typeface="Times New Roman"/>
              </a:defRPr>
            </a:pPr>
            <a:r>
              <a:t>JEEVANRAKT PRESENTATION</a:t>
            </a:r>
          </a:p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Real-World Applications of JeevanRakt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1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just">
              <a:defRPr sz="1600" b="1">
                <a:solidFill>
                  <a:srgbClr val="DC3545"/>
                </a:solidFill>
                <a:latin typeface="Times New Roman"/>
              </a:defRPr>
            </a:pPr>
            <a:r>
              <a:rPr dirty="0"/>
              <a:t>🏥 Small Hospitals &amp; Clinics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Helps local healthcare facilities manage their internal blood units, monitor low-stock thresholds, and fulfill emergency patient requests efficiently without complex commercial software.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just">
              <a:defRPr sz="1600" b="1">
                <a:solidFill>
                  <a:srgbClr val="DC3545"/>
                </a:solidFill>
                <a:latin typeface="Times New Roman"/>
              </a:defRPr>
            </a:pPr>
            <a:r>
              <a:rPr dirty="0"/>
              <a:t>🤝 Community Donor Matchmaking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Connects individuals seeking urgent blood transfusions with nearby registered voluntary donors based on blood group, city, and active availability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just">
              <a:defRPr sz="1600" b="1">
                <a:solidFill>
                  <a:srgbClr val="DC3545"/>
                </a:solidFill>
                <a:latin typeface="Times New Roman"/>
              </a:defRPr>
            </a:pPr>
            <a:r>
              <a:rPr lang="en-US" sz="1600" dirty="0"/>
              <a:t>🧑‍⚕️ Preliminary Medical Screening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lang="en-US" sz="1600" dirty="0"/>
              <a:t>Saves medical staff time by collecting donor symptoms, medical history, alcohol intake, and recent procedures prior to formal blood-bank laboratory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just">
              <a:defRPr sz="1600" b="1">
                <a:solidFill>
                  <a:srgbClr val="DC3545"/>
                </a:solidFill>
                <a:latin typeface="Times New Roman"/>
              </a:defRPr>
            </a:pPr>
            <a:r>
              <a:rPr sz="1600" dirty="0"/>
              <a:t>📊 Administrative Record Keeping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Provides clean database logging for donation histories, screening logs, donor status changes, and printable administrative summary reports for college evaluations.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3545"/>
                </a:solidFill>
                <a:latin typeface="Times New Roman"/>
              </a:defRPr>
            </a:pPr>
            <a:r>
              <a:t>JEEVANRAKT PRESENTATION</a:t>
            </a:r>
          </a:p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Technology Stack &amp;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0F7FF"/>
          </a:solidFill>
          <a:ln>
            <a:solidFill>
              <a:srgbClr val="D0E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Times New Roman"/>
              </a:defRPr>
            </a:pPr>
            <a:r>
              <a:t>🐘 PHP 8.x (PDO Engine)  |  Backend Logic &amp; Security</a:t>
            </a:r>
          </a:p>
          <a:p>
            <a:pPr>
              <a:spcBef>
                <a:spcPts val="4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t>Handles server-side data processing, session state authentication, SQL injection prevention via PDO prepared statements, and screening rules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F0F7FF"/>
          </a:solidFill>
          <a:ln>
            <a:solidFill>
              <a:srgbClr val="D0E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Times New Roman"/>
              </a:defRPr>
            </a:pPr>
            <a:r>
              <a:t>🐬 MySQL / MariaDB Database  |  Relational Storage (7 Tables)</a:t>
            </a:r>
          </a:p>
          <a:p>
            <a:pPr>
              <a:spcBef>
                <a:spcPts val="4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t>Stores admin credentials, user accounts, donor profiles, health screening records, donation logs, blood stock units, and patient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0F7FF"/>
          </a:solidFill>
          <a:ln>
            <a:solidFill>
              <a:srgbClr val="D0E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Times New Roman"/>
              </a:defRPr>
            </a:pPr>
            <a:r>
              <a:t>🎨 HTML5, CSS3 &amp; Bootstrap 5  |  Responsive UI Design</a:t>
            </a:r>
          </a:p>
          <a:p>
            <a:pPr>
              <a:spcBef>
                <a:spcPts val="4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t>Clean, student-project medical visual design with light blue containers, dark blue navbar, blood red buttons, custom SVG graphics, and responsive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F0F7FF"/>
          </a:solidFill>
          <a:ln>
            <a:solidFill>
              <a:srgbClr val="D0E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Times New Roman"/>
              </a:defRPr>
            </a:pPr>
            <a:r>
              <a:t>⚙️ XAMPP Server Environment  |  Local Development Stack</a:t>
            </a:r>
          </a:p>
          <a:p>
            <a:pPr>
              <a:spcBef>
                <a:spcPts val="4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t>Cross-platform local web server environment running Apache HTTP Server and MariaDB MySQL database for local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3545"/>
                </a:solidFill>
                <a:latin typeface="Times New Roman"/>
              </a:defRPr>
            </a:pPr>
            <a:r>
              <a:t>JEEVANRAKT PRESENTATION</a:t>
            </a:r>
          </a:p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Key System Features &amp; Screening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just">
              <a:defRPr sz="1800" b="1">
                <a:solidFill>
                  <a:srgbClr val="DC3545"/>
                </a:solidFill>
                <a:latin typeface="Times New Roman"/>
              </a:defRPr>
            </a:pPr>
            <a:r>
              <a:rPr sz="1600" dirty="0"/>
              <a:t>🌐 Public &amp; Donor Modules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Donor Registration: Validates age (18-65), blood group, contact info &amp; duplicate checks.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Pre-Donation Health Screening: Evaluates symptoms, medical history, procedures &amp; alcohol.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Eligibility Outcomes: Displays 🟢 Proceed, 🟡 Review Required, or 🔴 Temporarily Deferred.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Donor Directory Search: Search donors by Blood Group, City, and Availability Status.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Patient Blood Request: Submit emergency blood requests directly to the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just">
              <a:defRPr sz="1800" b="1">
                <a:solidFill>
                  <a:srgbClr val="0B2545"/>
                </a:solidFill>
                <a:latin typeface="Times New Roman"/>
              </a:defRPr>
            </a:pPr>
            <a:r>
              <a:rPr sz="1600" dirty="0"/>
              <a:t>🛡️ Admin Control &amp; Inventory Sync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Admin Dashboard: Displays 4 main stat cards, recent donors, and low-stock alerts.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Donation Recording: Logs new donations, auto-increments stock &amp; updates last donation date.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Blood Request Processing: Approves requests and automatically deducts stock upon completion.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Inventory Stock Alerts: Displays low-stock warnings when blood units fall below 5 units.</a:t>
            </a:r>
          </a:p>
          <a:p>
            <a:pPr algn="just">
              <a:spcBef>
                <a:spcPts val="800"/>
              </a:spcBef>
              <a:defRPr sz="1300">
                <a:solidFill>
                  <a:srgbClr val="212529"/>
                </a:solidFill>
                <a:latin typeface="Times New Roman"/>
              </a:defRPr>
            </a:pPr>
            <a:r>
              <a:rPr sz="1600" dirty="0"/>
              <a:t>• Printable Summary Reports: Generates a blood group distribution matrix for official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3545"/>
                </a:solidFill>
                <a:latin typeface="Times New Roman"/>
              </a:defRPr>
            </a:pPr>
            <a:r>
              <a:t>JEEVANRAKT PRESENTATION</a:t>
            </a:r>
          </a:p>
          <a:p>
            <a:pPr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Conclusion &amp; Future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0F7FF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800" b="1">
                <a:solidFill>
                  <a:srgbClr val="0B2545"/>
                </a:solidFill>
                <a:latin typeface="Times New Roman"/>
              </a:defRPr>
            </a:pPr>
            <a:r>
              <a:t>🏆 Project Achievements</a:t>
            </a:r>
          </a:p>
          <a:p>
            <a:pPr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t>✔ Successfully developed JeevanRakt as a functional BCA college web application.</a:t>
            </a:r>
          </a:p>
          <a:p>
            <a:pPr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t>✔ Maintained a clean visual aesthetic (Simple + Functional + Medical Theme) adhering to student project standards.</a:t>
            </a:r>
          </a:p>
          <a:p>
            <a:pPr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t>✔ Implemented robust database operations with PDO prepared statements and security checks.</a:t>
            </a:r>
          </a:p>
          <a:p>
            <a:pPr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t>✔ Demonstrated automated pre-donation health screening and inventory auto-synchronization.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0F7FF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800" b="1">
                <a:solidFill>
                  <a:srgbClr val="DC3545"/>
                </a:solidFill>
                <a:latin typeface="Times New Roman"/>
              </a:defRPr>
            </a:pPr>
            <a:r>
              <a:rPr dirty="0"/>
              <a:t>🚀 Future Enhancement Scope</a:t>
            </a:r>
          </a:p>
          <a:p>
            <a:pPr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rPr dirty="0"/>
              <a:t>🚀 SMS &amp; Email Notifications: Automated alerts to donors when their blood group is urgently needed.</a:t>
            </a:r>
          </a:p>
          <a:p>
            <a:pPr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rPr dirty="0"/>
              <a:t>🚀 GPS Location Distance Matching: Calculate real-time distance between donors and emergency patient hospitals.</a:t>
            </a:r>
          </a:p>
          <a:p>
            <a:pPr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rPr dirty="0"/>
              <a:t>🚀 Mobile App Integration: Android app development using Flutter or React Native for portable donor access.</a:t>
            </a:r>
          </a:p>
          <a:p>
            <a:pPr>
              <a:spcBef>
                <a:spcPts val="1200"/>
              </a:spcBef>
              <a:defRPr sz="1400">
                <a:solidFill>
                  <a:srgbClr val="212529"/>
                </a:solidFill>
                <a:latin typeface="Times New Roman"/>
              </a:defRPr>
            </a:pPr>
            <a:r>
              <a:rPr dirty="0"/>
              <a:t>🚀 Multi-Hospital Network: Expanding from single blood bank to regional hospital inventory sharing.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900</Words>
  <Application>Microsoft Office PowerPoint</Application>
  <PresentationFormat>Widescreen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 Verma</cp:lastModifiedBy>
  <cp:revision>3</cp:revision>
  <dcterms:created xsi:type="dcterms:W3CDTF">2013-01-27T09:14:16Z</dcterms:created>
  <dcterms:modified xsi:type="dcterms:W3CDTF">2026-09-03T07:12:13Z</dcterms:modified>
  <cp:category/>
</cp:coreProperties>
</file>